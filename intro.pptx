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7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2028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42EF5-0FF5-396D-9187-3898AE3F0C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nl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002BF4-A23A-F160-412C-EDA32D4792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42917A-454A-D2DA-6FF6-625925034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5FB44-C462-4713-95ED-DB6C15BECA1E}" type="datetimeFigureOut">
              <a:rPr lang="nl-NL" smtClean="0"/>
              <a:t>12-5-2026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0AB9FD-2D36-D809-BD5C-3E14AB485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69D5B5-C040-553C-5550-4993B3B18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61855-BF7D-414A-8D7E-0D5B958F08A6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801747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B84D9-5212-2870-376A-C5683F552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FB66D4-EB3F-2391-67D3-FDE8241D2D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64DCF4-CBD7-CCEB-859C-91EC820DE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5FB44-C462-4713-95ED-DB6C15BECA1E}" type="datetimeFigureOut">
              <a:rPr lang="nl-NL" smtClean="0"/>
              <a:t>12-5-2026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A0ADCB-04B0-ED3E-47FD-2AF8A70AB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205C9C-E30F-8D0E-8C3C-F396733CC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61855-BF7D-414A-8D7E-0D5B958F08A6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2233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BBAE9-BD20-BFD3-3472-33405B77D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208E79-E8FF-33B0-C208-1C0EF9AB8E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921B4F-BF1D-18AF-8A4A-F1F7419289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5FB44-C462-4713-95ED-DB6C15BECA1E}" type="datetimeFigureOut">
              <a:rPr lang="nl-NL" smtClean="0"/>
              <a:t>12-5-2026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CDD178-61C9-A50C-D154-DE344380F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38D9C5-037F-0A59-6960-40EA64980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61855-BF7D-414A-8D7E-0D5B958F08A6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495523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8707A-95A5-2CEE-3839-223766738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50BDB6-ECC5-437F-C8FA-FD4720D0DE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l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04A43D-8885-0436-A51B-22AFDD662C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l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757025-F4F4-5F86-0B7E-E8BD36753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5FB44-C462-4713-95ED-DB6C15BECA1E}" type="datetimeFigureOut">
              <a:rPr lang="nl-NL" smtClean="0"/>
              <a:t>12-5-2026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191CA-D12A-A77A-F022-071452B41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A48E55-7A7A-5A70-FDE4-D4F13F116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61855-BF7D-414A-8D7E-0D5B958F08A6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784005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74201-CD97-245A-D9B3-9C1367E42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B2A7F0-2994-9BE4-A928-19272A7EB0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F20FF0-27E4-0B41-7CC9-2B6A2E90F4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756620-F796-9E19-2330-C4032872AB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A75568-FFF1-E1B2-4380-D66D0D40ED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l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B51DE6-3CB7-3723-CE1E-160B1E464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5FB44-C462-4713-95ED-DB6C15BECA1E}" type="datetimeFigureOut">
              <a:rPr lang="nl-NL" smtClean="0"/>
              <a:t>12-5-2026</a:t>
            </a:fld>
            <a:endParaRPr lang="nl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19C337D-D478-D9C0-E5FD-CBEBB148E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9CC464-3672-697F-7DBC-3CD280EF3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61855-BF7D-414A-8D7E-0D5B958F08A6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719517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EEC1F-DEF4-7A2E-5424-80016D2FF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nl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48EE47-86CC-83BF-F8F5-D90B2E8DE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5FB44-C462-4713-95ED-DB6C15BECA1E}" type="datetimeFigureOut">
              <a:rPr lang="nl-NL" smtClean="0"/>
              <a:t>12-5-2026</a:t>
            </a:fld>
            <a:endParaRPr lang="nl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C353A6-7E7E-51EE-AFF5-3BE586083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7341E9-8FB5-A623-41E4-B7934D9EB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61855-BF7D-414A-8D7E-0D5B958F08A6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524090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CAA290-A3E8-A505-5755-F12D394AC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5FB44-C462-4713-95ED-DB6C15BECA1E}" type="datetimeFigureOut">
              <a:rPr lang="nl-NL" smtClean="0"/>
              <a:t>12-5-2026</a:t>
            </a:fld>
            <a:endParaRPr lang="nl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8FE11B-53A9-3A75-5912-40FE9291C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CF0127-F339-E9B2-A227-640AB8348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61855-BF7D-414A-8D7E-0D5B958F08A6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76871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10C49-2F57-C69A-E7BC-687D7C5E5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52744E-42F0-BBCE-D092-AAF1A7E83A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D3523E-953D-5F75-5C99-18773130D4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53B07B-B2CA-CD86-D348-031039421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5FB44-C462-4713-95ED-DB6C15BECA1E}" type="datetimeFigureOut">
              <a:rPr lang="nl-NL" smtClean="0"/>
              <a:t>12-5-2026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4FA676-143B-664F-654B-BE0168B6E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72E5D8-AEAC-A378-920E-00387B515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61855-BF7D-414A-8D7E-0D5B958F08A6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43518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3836C-45EC-0C81-7FCD-33B96A2DF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nl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5E7F53-11BD-0B2C-0CF0-0FB2FC3F44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49B0A0-E4A7-6501-0C03-57165B298E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52B68D-6FCA-0793-A9DE-8942871B6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5FB44-C462-4713-95ED-DB6C15BECA1E}" type="datetimeFigureOut">
              <a:rPr lang="nl-NL" smtClean="0"/>
              <a:t>12-5-2026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92AF4-838D-DF50-84B2-1854557FC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DA938A-7A58-1BE4-3194-7915C88BF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61855-BF7D-414A-8D7E-0D5B958F08A6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678366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CA68E-6FEF-8613-BD4C-38D7FB4A0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C33782-E945-BBAE-7FAF-72F21FE9A1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12532C-4671-6005-4EC7-EFF8979A0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5FB44-C462-4713-95ED-DB6C15BECA1E}" type="datetimeFigureOut">
              <a:rPr lang="nl-NL" smtClean="0"/>
              <a:t>12-5-2026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197535-2162-7E29-51CB-F4BEE8B4C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4AE5AF-FBAA-C6C6-208C-4F8AD2ECF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61855-BF7D-414A-8D7E-0D5B958F08A6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66775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15996C-5C20-76F0-E4EE-E77111D08C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98CDB2-ECA8-3C68-211A-383AE0CBC1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84BFE7-0ABA-B990-EF4D-4104DF86E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5FB44-C462-4713-95ED-DB6C15BECA1E}" type="datetimeFigureOut">
              <a:rPr lang="nl-NL" smtClean="0"/>
              <a:t>12-5-2026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EB1566-558E-DCC2-2E84-CF2F6F70D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A277F9-1AE4-FFD0-F135-2BFA5A499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61855-BF7D-414A-8D7E-0D5B958F08A6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34417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8B47B9-78B2-03BC-40F4-87EBFE0635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64F191-0F87-1880-D42A-A2EDF91091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9CB5BC-DD41-03B8-4497-EB3CBBD9F7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E5FB44-C462-4713-95ED-DB6C15BECA1E}" type="datetimeFigureOut">
              <a:rPr lang="nl-NL" smtClean="0"/>
              <a:t>12-5-2026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F77D6E-A808-37D3-D3F5-A9F80432E7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B0157B-2B9A-9B26-F529-EEE2A1AEE9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C61855-BF7D-414A-8D7E-0D5B958F08A6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21555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010E140B-C333-285E-25D7-787F457BECB2}"/>
              </a:ext>
            </a:extLst>
          </p:cNvPr>
          <p:cNvSpPr/>
          <p:nvPr/>
        </p:nvSpPr>
        <p:spPr>
          <a:xfrm>
            <a:off x="0" y="0"/>
            <a:ext cx="5689600" cy="3335562"/>
          </a:xfrm>
          <a:prstGeom prst="rect">
            <a:avLst/>
          </a:prstGeom>
          <a:solidFill>
            <a:schemeClr val="bg1">
              <a:lumMod val="95000"/>
              <a:alpha val="2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DBA1386-E441-19E1-FFA8-81EA8268A7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984" y="126724"/>
            <a:ext cx="947441" cy="146280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1EA5F35-DAD7-D184-CE36-7FE6834788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6836" y="186632"/>
            <a:ext cx="1825593" cy="176463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2E4CEB5-DB84-13F4-D2C3-8EBAFBC11B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0459" y="428723"/>
            <a:ext cx="2195796" cy="232161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C6F203D-FDB1-A8D1-48AA-AAF9CE51BD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2678" y="4090337"/>
            <a:ext cx="3063401" cy="276766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D0C8029-8601-BA52-3427-B040BE1AF5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8734" y="4090336"/>
            <a:ext cx="3014531" cy="276766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D850AAA-AEDF-7A6E-F739-C9F7B2C8403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15050" y="5686169"/>
            <a:ext cx="1869686" cy="979749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FF862831-2A21-5B0F-90F5-609E478DDBDF}"/>
              </a:ext>
            </a:extLst>
          </p:cNvPr>
          <p:cNvSpPr txBox="1"/>
          <p:nvPr/>
        </p:nvSpPr>
        <p:spPr>
          <a:xfrm>
            <a:off x="246774" y="1670602"/>
            <a:ext cx="92365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100" noProof="0" dirty="0"/>
              <a:t>Woningkaart</a:t>
            </a:r>
            <a:endParaRPr lang="nl-NL" noProof="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0FE6B6D-A453-7DB7-7801-02A7B39308D2}"/>
              </a:ext>
            </a:extLst>
          </p:cNvPr>
          <p:cNvSpPr txBox="1"/>
          <p:nvPr/>
        </p:nvSpPr>
        <p:spPr>
          <a:xfrm>
            <a:off x="1739034" y="2032552"/>
            <a:ext cx="132119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nl-NL" sz="1100" noProof="0" dirty="0"/>
              <a:t>Simpele detail kaart</a:t>
            </a:r>
            <a:br>
              <a:rPr lang="nl-NL" sz="1100" noProof="0" dirty="0"/>
            </a:br>
            <a:r>
              <a:rPr lang="nl-NL" sz="1100" noProof="0" dirty="0"/>
              <a:t>(beperkte set)</a:t>
            </a:r>
            <a:endParaRPr lang="nl-NL" noProof="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46F46D7-BAD2-9615-8F21-BAFD906EA81E}"/>
              </a:ext>
            </a:extLst>
          </p:cNvPr>
          <p:cNvSpPr txBox="1"/>
          <p:nvPr/>
        </p:nvSpPr>
        <p:spPr>
          <a:xfrm>
            <a:off x="8301422" y="2799950"/>
            <a:ext cx="184537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100" noProof="0" dirty="0"/>
              <a:t>uitgebreide (alle) detail kaart</a:t>
            </a:r>
            <a:endParaRPr lang="nl-NL" noProof="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7D3EB87-CDAC-DD14-4CCE-B9A236858B42}"/>
              </a:ext>
            </a:extLst>
          </p:cNvPr>
          <p:cNvSpPr txBox="1"/>
          <p:nvPr/>
        </p:nvSpPr>
        <p:spPr>
          <a:xfrm>
            <a:off x="1170425" y="3793479"/>
            <a:ext cx="69281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100" noProof="0" dirty="0"/>
              <a:t>AI match</a:t>
            </a:r>
            <a:endParaRPr lang="nl-NL" noProof="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F688AB8-C96E-041A-5BF5-AF876CBCFB2B}"/>
              </a:ext>
            </a:extLst>
          </p:cNvPr>
          <p:cNvSpPr txBox="1"/>
          <p:nvPr/>
        </p:nvSpPr>
        <p:spPr>
          <a:xfrm>
            <a:off x="4658814" y="3791741"/>
            <a:ext cx="44755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100" noProof="0" dirty="0"/>
              <a:t>Chat</a:t>
            </a:r>
            <a:endParaRPr lang="nl-NL" noProof="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1C07260-DFFC-9FCE-EB52-FBF92F8B755F}"/>
              </a:ext>
            </a:extLst>
          </p:cNvPr>
          <p:cNvSpPr txBox="1"/>
          <p:nvPr/>
        </p:nvSpPr>
        <p:spPr>
          <a:xfrm>
            <a:off x="8461040" y="5424559"/>
            <a:ext cx="153920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100" noProof="0" dirty="0"/>
              <a:t>In de chat audio bericht</a:t>
            </a:r>
            <a:endParaRPr lang="nl-NL" noProof="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4EEE708-3473-5313-F34A-DCC85F151243}"/>
              </a:ext>
            </a:extLst>
          </p:cNvPr>
          <p:cNvSpPr txBox="1"/>
          <p:nvPr/>
        </p:nvSpPr>
        <p:spPr>
          <a:xfrm>
            <a:off x="0" y="3073952"/>
            <a:ext cx="347242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100" noProof="0" dirty="0"/>
              <a:t>Gratis – met basic match engine, alle huizen (</a:t>
            </a:r>
            <a:r>
              <a:rPr lang="nl-NL" sz="1100" noProof="0" dirty="0" err="1"/>
              <a:t>incl</a:t>
            </a:r>
            <a:r>
              <a:rPr lang="nl-NL" sz="1100" noProof="0" dirty="0"/>
              <a:t> afstand)</a:t>
            </a:r>
            <a:endParaRPr lang="nl-NL" noProof="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1613F813-4BFE-61C4-BC72-D7A8CCCB714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58030" y="186632"/>
            <a:ext cx="1293433" cy="2294162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A0F02252-236C-1A11-B0C8-77CD69995ACB}"/>
              </a:ext>
            </a:extLst>
          </p:cNvPr>
          <p:cNvSpPr txBox="1"/>
          <p:nvPr/>
        </p:nvSpPr>
        <p:spPr>
          <a:xfrm>
            <a:off x="4051925" y="2515763"/>
            <a:ext cx="70564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100" noProof="0" dirty="0"/>
              <a:t>Huis </a:t>
            </a:r>
            <a:r>
              <a:rPr lang="nl-NL" sz="1100" noProof="0" dirty="0" err="1"/>
              <a:t>vibe</a:t>
            </a:r>
            <a:endParaRPr lang="nl-NL" noProof="0" dirty="0"/>
          </a:p>
        </p:txBody>
      </p:sp>
      <p:cxnSp>
        <p:nvCxnSpPr>
          <p:cNvPr id="33" name="Connector: Curved 32">
            <a:extLst>
              <a:ext uri="{FF2B5EF4-FFF2-40B4-BE49-F238E27FC236}">
                <a16:creationId xmlns:a16="http://schemas.microsoft.com/office/drawing/2014/main" id="{FA87AAC7-0FA1-0A83-87B6-C111BF57B6C6}"/>
              </a:ext>
            </a:extLst>
          </p:cNvPr>
          <p:cNvCxnSpPr>
            <a:stCxn id="25" idx="3"/>
            <a:endCxn id="12" idx="1"/>
          </p:cNvCxnSpPr>
          <p:nvPr/>
        </p:nvCxnSpPr>
        <p:spPr>
          <a:xfrm flipV="1">
            <a:off x="5689600" y="1589532"/>
            <a:ext cx="1380859" cy="78249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: Curved 33">
            <a:extLst>
              <a:ext uri="{FF2B5EF4-FFF2-40B4-BE49-F238E27FC236}">
                <a16:creationId xmlns:a16="http://schemas.microsoft.com/office/drawing/2014/main" id="{FCD34866-D2B2-F50E-AAFE-DD41E01ECEA2}"/>
              </a:ext>
            </a:extLst>
          </p:cNvPr>
          <p:cNvCxnSpPr>
            <a:cxnSpLocks/>
            <a:stCxn id="12" idx="2"/>
            <a:endCxn id="16" idx="0"/>
          </p:cNvCxnSpPr>
          <p:nvPr/>
        </p:nvCxnSpPr>
        <p:spPr>
          <a:xfrm rot="5400000">
            <a:off x="6462182" y="2384160"/>
            <a:ext cx="1339995" cy="2072357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: Curved 39">
            <a:extLst>
              <a:ext uri="{FF2B5EF4-FFF2-40B4-BE49-F238E27FC236}">
                <a16:creationId xmlns:a16="http://schemas.microsoft.com/office/drawing/2014/main" id="{807373B7-E81C-108B-C909-78C1B3149D68}"/>
              </a:ext>
            </a:extLst>
          </p:cNvPr>
          <p:cNvCxnSpPr>
            <a:cxnSpLocks/>
            <a:stCxn id="12" idx="2"/>
            <a:endCxn id="14" idx="0"/>
          </p:cNvCxnSpPr>
          <p:nvPr/>
        </p:nvCxnSpPr>
        <p:spPr>
          <a:xfrm rot="5400000">
            <a:off x="4716370" y="638350"/>
            <a:ext cx="1339996" cy="5563978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or: Curved 42">
            <a:extLst>
              <a:ext uri="{FF2B5EF4-FFF2-40B4-BE49-F238E27FC236}">
                <a16:creationId xmlns:a16="http://schemas.microsoft.com/office/drawing/2014/main" id="{98CB45BA-E6A0-7840-7803-3A3867F470EC}"/>
              </a:ext>
            </a:extLst>
          </p:cNvPr>
          <p:cNvCxnSpPr>
            <a:cxnSpLocks/>
            <a:stCxn id="16" idx="3"/>
            <a:endCxn id="18" idx="1"/>
          </p:cNvCxnSpPr>
          <p:nvPr/>
        </p:nvCxnSpPr>
        <p:spPr>
          <a:xfrm>
            <a:off x="7603265" y="5474168"/>
            <a:ext cx="911785" cy="701876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0" name="Graphic 49" descr="Coins with solid fill">
            <a:extLst>
              <a:ext uri="{FF2B5EF4-FFF2-40B4-BE49-F238E27FC236}">
                <a16:creationId xmlns:a16="http://schemas.microsoft.com/office/drawing/2014/main" id="{22699911-2E50-DE98-13D0-01B326ECD1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08580" y="1146388"/>
            <a:ext cx="374650" cy="374650"/>
          </a:xfrm>
          <a:prstGeom prst="rect">
            <a:avLst/>
          </a:prstGeom>
        </p:spPr>
      </p:pic>
      <p:pic>
        <p:nvPicPr>
          <p:cNvPr id="51" name="Graphic 50" descr="Coins with solid fill">
            <a:extLst>
              <a:ext uri="{FF2B5EF4-FFF2-40B4-BE49-F238E27FC236}">
                <a16:creationId xmlns:a16="http://schemas.microsoft.com/office/drawing/2014/main" id="{64C2E933-A291-5E10-31E5-E0C2A6819E4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922240" y="3692955"/>
            <a:ext cx="374650" cy="374650"/>
          </a:xfrm>
          <a:prstGeom prst="rect">
            <a:avLst/>
          </a:prstGeom>
        </p:spPr>
      </p:pic>
      <p:pic>
        <p:nvPicPr>
          <p:cNvPr id="52" name="Graphic 51" descr="Coins with solid fill">
            <a:extLst>
              <a:ext uri="{FF2B5EF4-FFF2-40B4-BE49-F238E27FC236}">
                <a16:creationId xmlns:a16="http://schemas.microsoft.com/office/drawing/2014/main" id="{CA7EEE51-2BD0-AF2C-09DE-1BA784C71A7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413862" y="3674922"/>
            <a:ext cx="374650" cy="374650"/>
          </a:xfrm>
          <a:prstGeom prst="rect">
            <a:avLst/>
          </a:prstGeom>
        </p:spPr>
      </p:pic>
      <p:pic>
        <p:nvPicPr>
          <p:cNvPr id="53" name="Graphic 52" descr="Coins with solid fill">
            <a:extLst>
              <a:ext uri="{FF2B5EF4-FFF2-40B4-BE49-F238E27FC236}">
                <a16:creationId xmlns:a16="http://schemas.microsoft.com/office/drawing/2014/main" id="{7CD6751A-6740-66FA-B48A-9CCF5FBA053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888194" y="5988718"/>
            <a:ext cx="374650" cy="374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08208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38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Edwin Dingjan</dc:creator>
  <cp:lastModifiedBy>Edwin Dingjan</cp:lastModifiedBy>
  <cp:revision>1</cp:revision>
  <dcterms:created xsi:type="dcterms:W3CDTF">2026-05-12T06:37:40Z</dcterms:created>
  <dcterms:modified xsi:type="dcterms:W3CDTF">2026-05-12T06:38:46Z</dcterms:modified>
</cp:coreProperties>
</file>